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 #4471  ·  STATUS: UNRESOLVED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B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searching knowledge base... 0 verified matches on first pass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is lost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incident.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resolve incidents, document what they learned, and move on. Months later, a different engineer hits the same problem — but can't find the answer that already exists somewhere in the organization, written a different way.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INCIDENT LEARNING &amp; PREVENTION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mistake, repeated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incident, engineers document root cause, learning, and resolution — usually in a Jira ticket or RCA. The knowledge exists. But when a new incident arrives: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tickets are searched only by title or keyword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failure gets described in inconsistent language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recognizes “this is technically the same problem” across different wording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6675120" cy="1234440"/>
          </a:xfrm>
          <a:prstGeom prst="roundRect">
            <a:avLst>
              <a:gd name="adj" fmla="val 5926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5720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answer already existed. The engineer just couldn't find it.”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search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76272"/>
            <a:ext cx="292608" cy="292608"/>
          </a:xfrm>
          <a:prstGeom prst="ellipse">
            <a:avLst/>
          </a:prstGeom>
          <a:solidFill>
            <a:srgbClr val="6FA0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Title-only search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describe the same failure differently — neither finds the other's ticket.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992" y="2176272"/>
            <a:ext cx="292608" cy="29260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wording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symptoms, and resolution are written in free text with no standard vocabulary.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2176272"/>
            <a:ext cx="292608" cy="292608"/>
          </a:xfrm>
          <a:prstGeom prst="ellipse">
            <a:avLst/>
          </a:prstGeom>
          <a:solidFill>
            <a:srgbClr val="6FBF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2606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knowledge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stays locked in a single ticket, never compounding into organizational memory.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repeat outages caused by problems the organization has already solved.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acts as institutional memory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finds technically similar past incidents regardless of wording, surfaces verified root cause and resolution, and recommends validation steps before an engineer acts.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22283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History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ingests resolved incidents, RCAs, and MOPs into searchable institutional memory.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2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0" y="265176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22283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Incident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566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technical fingerprint — error signature, command signature, node/version, MOP step.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2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80960" y="265176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22283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&amp; Hand Off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3566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closest verified matches and hands the decision to the engineer.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1B1F27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7091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executes changes on its own — it surfaces verified history, the engineer decides.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engine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search methods run in parallel, then results are combined and reranked so only the most relevant matches surface.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729484"/>
            <a:ext cx="164592" cy="164592"/>
          </a:xfrm>
          <a:prstGeom prst="ellipse">
            <a:avLst/>
          </a:prstGeom>
          <a:solidFill>
            <a:srgbClr val="6FA0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542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Semantic Search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 regardless of wording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643884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56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Keyword Search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exact error codes, commands, config terms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558284"/>
            <a:ext cx="164592" cy="164592"/>
          </a:xfrm>
          <a:prstGeom prst="ellipse">
            <a:avLst/>
          </a:prstGeom>
          <a:solidFill>
            <a:srgbClr val="6FBF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370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Fingerprint Matching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663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vendor, node type, MOP step, version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2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0" y="28346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241E10"/>
          </a:solidFill>
          <a:ln w="19050">
            <a:solidFill>
              <a:srgbClr val="E0A45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486400" y="2834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2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412480" y="283464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2241C"/>
          </a:solidFill>
          <a:ln w="19050">
            <a:solidFill>
              <a:srgbClr val="6FBF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FB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relevant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FB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engineer sees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A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incident: “BGP session flapping on edge router after firmware push”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400800" cy="1051560"/>
          </a:xfrm>
          <a:prstGeom prst="roundRect">
            <a:avLst>
              <a:gd name="adj" fmla="val 608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INC-203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BF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94% match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5672938" cy="54864"/>
          </a:xfrm>
          <a:prstGeom prst="roundRect">
            <a:avLst>
              <a:gd name="adj" fmla="val 50000"/>
            </a:avLst>
          </a:prstGeom>
          <a:solidFill>
            <a:srgbClr val="6FBF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6700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MTU mismatch introduced by firmware 14.2 default reset on edge routers. 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MTU value in post-upgrade config template.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6400800" cy="1051560"/>
          </a:xfrm>
          <a:prstGeom prst="roundRect">
            <a:avLst>
              <a:gd name="adj" fmla="val 608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INC-119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71% match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76472"/>
            <a:ext cx="4284878" cy="54864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9044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timer defaults reverted after vendor patch. 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Reapply custom keepalive/hold timers via automation.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210312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1B1F27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RECOMMENDATION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651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INC-203 — firmware reset MTU to vendor default.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429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INC-203 MTU override before re-enabling the session.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846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reviews and confirms before any change is applied.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continuous learning loop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similar past incidents, surfaces verified learnings, and helps engineers avoid repeating the same mistakes.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87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MOPs, RCAs, records, logs.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2011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331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587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+ vector embeddings.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2011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331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Incident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587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symptoms, commands, environment.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730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Error/command signature, node, MOP step.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3154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Search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3730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keyword + metadata match.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3154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Matches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3730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incidents ranked by confidence.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617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learning, resolution, why.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4297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8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389120" y="4617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Validates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389120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confirms, then acts.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63840" y="429768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222834"/>
          </a:solidFill>
          <a:ln w="12700">
            <a:solidFill>
              <a:srgbClr val="323A4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9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4617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Learning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046720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fix written back for reuse.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loop — the system keeps improving with every new incident.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standard for incident learning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Old Way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This Solution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ticket 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FBF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technical fingerprint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reworded incidents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FBF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matches regardless of wording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digging through old tickets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FBF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surfacing of relevant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locked in one ticket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FBF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compounds over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A3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could hallucinate a 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FBF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only cites verified past 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22283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 PRINCIPLE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488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invents historical facts — it only surfaces and summarizes what was already verified and documented. A human always validates before any production action.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2026-09-27T18:23:51Z</dcterms:created>
  <dcterms:modified xsi:type="dcterms:W3CDTF">2026-09-27T18:23:51Z</dcterms:modified>
</cp:coreProperties>
</file>